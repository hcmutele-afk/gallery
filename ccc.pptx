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0181" y="693492"/>
            <a:ext cx="4901813" cy="3576077"/>
          </a:xfrm>
          <a:custGeom>
            <a:avLst/>
            <a:gdLst/>
            <a:ahLst/>
            <a:cxnLst/>
            <a:rect r="r" b="b" t="t" l="l"/>
            <a:pathLst>
              <a:path h="3576077" w="4901813">
                <a:moveTo>
                  <a:pt x="0" y="0"/>
                </a:moveTo>
                <a:lnTo>
                  <a:pt x="4901814" y="0"/>
                </a:lnTo>
                <a:lnTo>
                  <a:pt x="4901814" y="3576077"/>
                </a:lnTo>
                <a:lnTo>
                  <a:pt x="0" y="3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81" t="-5188" r="-23131" b="-172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9118" y="2096749"/>
            <a:ext cx="6634103" cy="4067154"/>
          </a:xfrm>
          <a:custGeom>
            <a:avLst/>
            <a:gdLst/>
            <a:ahLst/>
            <a:cxnLst/>
            <a:rect r="r" b="b" t="t" l="l"/>
            <a:pathLst>
              <a:path h="4067154" w="6634103">
                <a:moveTo>
                  <a:pt x="0" y="0"/>
                </a:moveTo>
                <a:lnTo>
                  <a:pt x="6634104" y="0"/>
                </a:lnTo>
                <a:lnTo>
                  <a:pt x="6634104" y="4067153"/>
                </a:lnTo>
                <a:lnTo>
                  <a:pt x="0" y="4067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68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3177" y="2982239"/>
            <a:ext cx="7135822" cy="5861568"/>
          </a:xfrm>
          <a:custGeom>
            <a:avLst/>
            <a:gdLst/>
            <a:ahLst/>
            <a:cxnLst/>
            <a:rect r="r" b="b" t="t" l="l"/>
            <a:pathLst>
              <a:path h="5861568" w="7135822">
                <a:moveTo>
                  <a:pt x="0" y="0"/>
                </a:moveTo>
                <a:lnTo>
                  <a:pt x="7135822" y="0"/>
                </a:lnTo>
                <a:lnTo>
                  <a:pt x="7135822" y="5861568"/>
                </a:lnTo>
                <a:lnTo>
                  <a:pt x="0" y="5861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DAG7sO3v8XA</dc:identifier>
  <dcterms:modified xsi:type="dcterms:W3CDTF">2011-08-01T06:04:30Z</dcterms:modified>
  <cp:revision>1</cp:revision>
  <dc:title>Hê</dc:title>
</cp:coreProperties>
</file>